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4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57650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882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961276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0242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9318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45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843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2494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94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86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66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37EBAF2-CF55-4715-838A-0AD17CD16E0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74415EF-E87D-46F2-9CA5-D02699C3BD61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3000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E8FD9C-FFF0-5942-0C91-88CDBB96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2930" y="94942"/>
            <a:ext cx="8187071" cy="4064627"/>
          </a:xfrm>
        </p:spPr>
        <p:txBody>
          <a:bodyPr/>
          <a:lstStyle/>
          <a:p>
            <a:r>
              <a:rPr lang="en-US" dirty="0" err="1"/>
              <a:t>Subpro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0332AA-0A9F-019A-8283-ED63D4113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2930" y="4417503"/>
            <a:ext cx="7017488" cy="95113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Ионина Полина, </a:t>
            </a:r>
            <a:r>
              <a:rPr lang="ru-RU" dirty="0" err="1"/>
              <a:t>шанина</a:t>
            </a:r>
            <a:r>
              <a:rPr lang="ru-RU" dirty="0"/>
              <a:t> лена, волков </a:t>
            </a:r>
            <a:r>
              <a:rPr lang="ru-RU" dirty="0" err="1"/>
              <a:t>степан</a:t>
            </a:r>
            <a:r>
              <a:rPr lang="ru-RU" dirty="0"/>
              <a:t>, заика </a:t>
            </a:r>
            <a:r>
              <a:rPr lang="ru-RU" dirty="0" err="1"/>
              <a:t>дмитрий</a:t>
            </a:r>
            <a:r>
              <a:rPr lang="ru-RU" dirty="0"/>
              <a:t>, </a:t>
            </a:r>
            <a:r>
              <a:rPr lang="ru-RU" dirty="0" err="1"/>
              <a:t>шеварков</a:t>
            </a:r>
            <a:r>
              <a:rPr lang="ru-RU" dirty="0"/>
              <a:t> </a:t>
            </a:r>
            <a:r>
              <a:rPr lang="ru-RU" dirty="0" err="1"/>
              <a:t>юрий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6099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8D62F4-D4F8-980C-5949-9E07FE4F8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Трекер подписок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D823B4-0E1F-CC86-0795-E379A6FBE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764255"/>
            <a:ext cx="4041084" cy="4115338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Приложение, помогающее отслеживать подписки на разных сервисах</a:t>
            </a:r>
          </a:p>
          <a:p>
            <a:r>
              <a:rPr lang="ru-RU" sz="2400" dirty="0">
                <a:solidFill>
                  <a:schemeClr val="tx1"/>
                </a:solidFill>
              </a:rPr>
              <a:t>Проект состоит из приложения в среде разработки </a:t>
            </a:r>
            <a:r>
              <a:rPr lang="en-US" sz="2400" dirty="0">
                <a:solidFill>
                  <a:schemeClr val="tx1"/>
                </a:solidFill>
              </a:rPr>
              <a:t>Android Studio </a:t>
            </a:r>
            <a:r>
              <a:rPr lang="ru-RU" sz="2400" dirty="0">
                <a:solidFill>
                  <a:schemeClr val="tx1"/>
                </a:solidFill>
              </a:rPr>
              <a:t>и сервера, связывающего приложение и </a:t>
            </a:r>
            <a:r>
              <a:rPr lang="ru-RU" sz="2400" dirty="0" err="1">
                <a:solidFill>
                  <a:schemeClr val="tx1"/>
                </a:solidFill>
              </a:rPr>
              <a:t>тг</a:t>
            </a:r>
            <a:r>
              <a:rPr lang="ru-RU" sz="2400" dirty="0">
                <a:solidFill>
                  <a:schemeClr val="tx1"/>
                </a:solidFill>
              </a:rPr>
              <a:t> бота для отправки уведомлений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5FE34A-4BF0-F281-7A99-9014D6E3C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6" b="6024"/>
          <a:stretch/>
        </p:blipFill>
        <p:spPr>
          <a:xfrm>
            <a:off x="6340839" y="1608808"/>
            <a:ext cx="2131135" cy="42707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60A8C4-D4F0-B187-42DF-AF4404CFF4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4" b="5178"/>
          <a:stretch/>
        </p:blipFill>
        <p:spPr>
          <a:xfrm>
            <a:off x="8885419" y="1606119"/>
            <a:ext cx="2131135" cy="427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99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AC68B0-7D52-C535-0BCD-486BD8C2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Разделение кода на слои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52C8132-DD31-5B0E-D91C-2C1D8213D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419" y="1375912"/>
            <a:ext cx="2595796" cy="526106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82F2711-9149-7907-9661-A43AAE633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270" y="2640933"/>
            <a:ext cx="2595796" cy="373848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50C9870-306D-7CF5-2085-C19D28E49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409" y="3257797"/>
            <a:ext cx="3414057" cy="28198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F598C0-3909-ED83-9C38-F8A7AEA77FDE}"/>
              </a:ext>
            </a:extLst>
          </p:cNvPr>
          <p:cNvSpPr txBox="1"/>
          <p:nvPr/>
        </p:nvSpPr>
        <p:spPr>
          <a:xfrm>
            <a:off x="1527586" y="1516828"/>
            <a:ext cx="6927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effectLst/>
                <a:ea typeface="Calibri" panose="020F0502020204030204" pitchFamily="34" charset="0"/>
              </a:rPr>
              <a:t>Разделили проект на слои в соответствии с принципами </a:t>
            </a:r>
            <a:r>
              <a:rPr lang="ru-RU" sz="2400" dirty="0" err="1">
                <a:effectLst/>
                <a:ea typeface="Calibri" panose="020F0502020204030204" pitchFamily="34" charset="0"/>
              </a:rPr>
              <a:t>layered</a:t>
            </a:r>
            <a:r>
              <a:rPr lang="ru-RU" sz="2400" dirty="0">
                <a:effectLst/>
                <a:ea typeface="Calibri" panose="020F0502020204030204" pitchFamily="34" charset="0"/>
              </a:rPr>
              <a:t> </a:t>
            </a:r>
            <a:r>
              <a:rPr lang="ru-RU" sz="2400" dirty="0" err="1">
                <a:effectLst/>
                <a:ea typeface="Calibri" panose="020F0502020204030204" pitchFamily="34" charset="0"/>
              </a:rPr>
              <a:t>architecture</a:t>
            </a:r>
            <a:r>
              <a:rPr lang="ru-RU" sz="2400" dirty="0">
                <a:effectLst/>
                <a:ea typeface="Calibri" panose="020F0502020204030204" pitchFamily="34" charset="0"/>
              </a:rPr>
              <a:t> с элементами DDD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41024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A4C924-B0BA-ABF3-8585-C1F176468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сложные абстракции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DD3CA6D-C482-DD7C-E72A-B4BDB6EB0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089" y="1349615"/>
            <a:ext cx="4468905" cy="241919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AA9EDE-6678-D4CE-2B3F-F0E02BABBF8A}"/>
              </a:ext>
            </a:extLst>
          </p:cNvPr>
          <p:cNvSpPr txBox="1"/>
          <p:nvPr/>
        </p:nvSpPr>
        <p:spPr>
          <a:xfrm>
            <a:off x="1251679" y="1757094"/>
            <a:ext cx="57874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 проекте используются абстракции для разделения ответственности и снижения связности.</a:t>
            </a:r>
          </a:p>
          <a:p>
            <a:endParaRPr lang="ru-RU" sz="2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95A2FA8-67ED-A527-249F-37A302311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089" y="3768805"/>
            <a:ext cx="4468905" cy="290597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DC3EC20-DCA2-074E-FE65-BA6AAA6607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78" y="5034365"/>
            <a:ext cx="4862112" cy="116257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AF86341-E871-73D5-7AD0-B0BA4C709B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78" y="3582128"/>
            <a:ext cx="4862112" cy="111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4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870E81-D4E1-2CEC-4F9D-87F6AC04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автоматические тесты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3AF46D7-985C-B3EE-0BA1-639EB393F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336" y="1874517"/>
            <a:ext cx="5152986" cy="35941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4892F2-AC76-C611-B7E3-8BC130E3552C}"/>
              </a:ext>
            </a:extLst>
          </p:cNvPr>
          <p:cNvSpPr txBox="1"/>
          <p:nvPr/>
        </p:nvSpPr>
        <p:spPr>
          <a:xfrm>
            <a:off x="1409252" y="2459504"/>
            <a:ext cx="39803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Unit</a:t>
            </a:r>
            <a:r>
              <a:rPr lang="ru-RU" sz="2400" dirty="0"/>
              <a:t>-тесты проверяют корректную работу методов сервера</a:t>
            </a:r>
          </a:p>
          <a:p>
            <a:endParaRPr lang="ru-RU" sz="2400" dirty="0"/>
          </a:p>
          <a:p>
            <a:r>
              <a:rPr lang="ru-RU" sz="2400" dirty="0"/>
              <a:t>Тесты работы приложения проводятся вручную</a:t>
            </a:r>
          </a:p>
        </p:txBody>
      </p:sp>
    </p:spTree>
    <p:extLst>
      <p:ext uri="{BB962C8B-B14F-4D97-AF65-F5344CB8AC3E}">
        <p14:creationId xmlns:p14="http://schemas.microsoft.com/office/powerpoint/2010/main" val="326668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9B14B-20D0-C1FF-3560-6AAA64D6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зависимостями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CD6F491-2E37-1A65-7973-A21772949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516" y="2243106"/>
            <a:ext cx="4563527" cy="35941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FC7B34-5490-234A-6C25-C26F451F49E0}"/>
              </a:ext>
            </a:extLst>
          </p:cNvPr>
          <p:cNvSpPr txBox="1"/>
          <p:nvPr/>
        </p:nvSpPr>
        <p:spPr>
          <a:xfrm>
            <a:off x="1495314" y="2243106"/>
            <a:ext cx="47441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проекте используется встроенный DI-контейнер ASP.NET Core.</a:t>
            </a:r>
          </a:p>
          <a:p>
            <a:endParaRPr lang="ru-RU" sz="2400" dirty="0"/>
          </a:p>
          <a:p>
            <a:r>
              <a:rPr lang="ru-RU" sz="2400" dirty="0"/>
              <a:t>Контроллеры и </a:t>
            </a:r>
            <a:r>
              <a:rPr lang="ru-RU" sz="2400" dirty="0" err="1"/>
              <a:t>handler’ы</a:t>
            </a:r>
            <a:r>
              <a:rPr lang="ru-RU" sz="2400" dirty="0"/>
              <a:t> не создают зависимости вручную через </a:t>
            </a:r>
            <a:r>
              <a:rPr lang="ru-RU" sz="2400" dirty="0" err="1"/>
              <a:t>new</a:t>
            </a:r>
            <a:r>
              <a:rPr lang="ru-RU" sz="2400" dirty="0"/>
              <a:t>, а получают их извне через конструкторы или параметры методов.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6056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10B0BB-9576-5842-5B04-6F6E33FC3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ошибок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D78157AE-E50D-D234-4730-BAE127CFA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798" y="920731"/>
            <a:ext cx="3842785" cy="2834692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3EF1B47-827A-4870-A236-5E95B5BED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798" y="3880564"/>
            <a:ext cx="3842785" cy="259505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0CD9BD7-43D6-519F-6D6D-FC1DD6404C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502" y="3001372"/>
            <a:ext cx="3765175" cy="3567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5744A9-B927-56E0-98C5-D8325F15FA3B}"/>
              </a:ext>
            </a:extLst>
          </p:cNvPr>
          <p:cNvSpPr txBox="1"/>
          <p:nvPr/>
        </p:nvSpPr>
        <p:spPr>
          <a:xfrm>
            <a:off x="1506071" y="1431712"/>
            <a:ext cx="512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effectLst/>
                <a:ea typeface="Calibri" panose="020F0502020204030204" pitchFamily="34" charset="0"/>
              </a:rPr>
              <a:t>Ошибки обрабатываются не через исключения, а через возвращаемые результат-объекты.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497992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Обычная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DD6E8E31-E62C-4992-9011-F269B0250F25}" vid="{3F9594FB-461A-45E5-93BD-F61A6D3C4D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608</TotalTime>
  <Words>134</Words>
  <Application>Microsoft Office PowerPoint</Application>
  <PresentationFormat>Широкоэкранный</PresentationFormat>
  <Paragraphs>19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Corbel</vt:lpstr>
      <vt:lpstr>Gill Sans MT</vt:lpstr>
      <vt:lpstr>Impact</vt:lpstr>
      <vt:lpstr>Тема1</vt:lpstr>
      <vt:lpstr>Subpro</vt:lpstr>
      <vt:lpstr>Трекер подписок</vt:lpstr>
      <vt:lpstr>Разделение кода на слои</vt:lpstr>
      <vt:lpstr>сложные абстракции</vt:lpstr>
      <vt:lpstr>автоматические тесты</vt:lpstr>
      <vt:lpstr>управление зависимостями</vt:lpstr>
      <vt:lpstr>обработка ошибок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Полина Ионина</dc:creator>
  <cp:lastModifiedBy>Полина Ионина</cp:lastModifiedBy>
  <cp:revision>3</cp:revision>
  <dcterms:created xsi:type="dcterms:W3CDTF">2025-12-22T11:25:03Z</dcterms:created>
  <dcterms:modified xsi:type="dcterms:W3CDTF">2025-12-24T03:54:16Z</dcterms:modified>
</cp:coreProperties>
</file>